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使用者是设施维护团队；重点讲漏检裂缝是筛查器最危险的错误。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漏检 43 张裂缝：说出混淆矩阵含义与必须人工复核的边界。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E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7784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73352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31136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88920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6704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04487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0056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5624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93408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51192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08975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2328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40112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97896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55680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13464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5568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73352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31136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88920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46704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04487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62272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0056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77840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35624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93408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51192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08975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24544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82328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40112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97896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55680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713464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混凝土裂缝筛查：不漏检裂缝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3474720"/>
            <a:ext cx="9692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3E1DC"/>
                </a:solidFill>
                <a:latin typeface="Microsoft YaHei"/>
              </a:rPr>
              <a:t>设施维护团队需要比较多数类基线与小型 CNN，在 40,000 张真实裂缝图像上重点检查漏检裂缝的假阴性，输出必须交人工复核。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760720"/>
            <a:ext cx="4023360" cy="731520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76072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D2 · 40,000 张真实图像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7784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73352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31136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88920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6704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04487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0056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5624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93408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51192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08975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2328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40112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97896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55680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13464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F3236"/>
                </a:solidFill>
                <a:latin typeface="Microsoft YaHei"/>
              </a:rPr>
              <a:t>方法：数据契约 · 基线 · 一步候选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1463040"/>
            <a:ext cx="34747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1463040"/>
            <a:ext cx="3474720" cy="548640"/>
          </a:xfrm>
          <a:prstGeom prst="rect">
            <a:avLst/>
          </a:prstGeom>
          <a:solidFill>
            <a:srgbClr val="4A4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822960" y="1828800"/>
            <a:ext cx="822960" cy="320040"/>
          </a:xfrm>
          <a:prstGeom prst="parallelogram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4813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真实输入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46888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Kaggle Surface Crack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Positive 20,000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Negative 20,000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--check-data 验证通过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463040"/>
            <a:ext cx="34747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1463040"/>
            <a:ext cx="3474720" cy="548640"/>
          </a:xfrm>
          <a:prstGeom prst="rect">
            <a:avLst/>
          </a:prstGeom>
          <a:solidFill>
            <a:srgbClr val="4A4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4572000" y="1828800"/>
            <a:ext cx="822960" cy="320040"/>
          </a:xfrm>
          <a:prstGeom prst="parallelogram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14813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简单基线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46888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多数类（全判裂缝）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accuracy 0.500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漏检 0 但误报 150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只靠猜不学特征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463040"/>
            <a:ext cx="34747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1463040"/>
            <a:ext cx="3474720" cy="548640"/>
          </a:xfrm>
          <a:prstGeom prst="rect">
            <a:avLst/>
          </a:prstGeom>
          <a:solidFill>
            <a:srgbClr val="4A4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arallelogram 36"/>
          <p:cNvSpPr/>
          <p:nvPr/>
        </p:nvSpPr>
        <p:spPr>
          <a:xfrm>
            <a:off x="8321040" y="1828800"/>
            <a:ext cx="822960" cy="320040"/>
          </a:xfrm>
          <a:prstGeom prst="parallelogram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14813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候选方法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46888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SmallCNN 两层卷积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固定子集每类 600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2 epochs · seed 2026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F3236"/>
                </a:solidFill>
                <a:latin typeface="Microsoft YaHei"/>
              </a:rPr>
              <a:t>输出形状 (N, 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F3236"/>
                </a:solidFill>
                <a:latin typeface="Microsoft YaHei"/>
              </a:rPr>
              <a:t>固定子集 600/类 · seed 2026 · 2 epochs；划分与评估函数与基线共用。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7784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73352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31136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88920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6704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04487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0056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5624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93408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51192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08975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2328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40112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97896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55680" y="0"/>
            <a:ext cx="557784" cy="16459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13464" y="0"/>
            <a:ext cx="557784" cy="16459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F3236"/>
                </a:solidFill>
                <a:latin typeface="Microsoft YaHei"/>
              </a:rPr>
              <a:t>一条最重要的证据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1463040"/>
            <a:ext cx="6583680" cy="4754880"/>
          </a:xfrm>
          <a:prstGeom prst="rect">
            <a:avLst/>
          </a:prstGeom>
          <a:solidFill>
            <a:srgbClr val="4A4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17373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702A"/>
                </a:solidFill>
                <a:latin typeface="Microsoft YaHei"/>
              </a:rPr>
              <a:t>主指标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377440"/>
            <a:ext cx="5852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accuracy 0.813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crack_precision 0.892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crack_recall 0.713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混淆矩阵 [137,13;43,107]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300 张测试图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463040"/>
            <a:ext cx="3657600" cy="4754880"/>
          </a:xfrm>
          <a:prstGeom prst="rect">
            <a:avLst/>
          </a:prstGeom>
          <a:solidFill>
            <a:srgbClr val="FBEAE4"/>
          </a:solidFill>
          <a:ln w="19050">
            <a:solidFill>
              <a:srgbClr val="E87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702A"/>
                </a:solidFill>
                <a:latin typeface="Microsoft YaHei"/>
              </a:rPr>
              <a:t>真实案例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3774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漏检 43 张真实裂缝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真裂缝被判无裂缝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误报仅 13 张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错误图已保存 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E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7784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73352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31136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88920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6704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04487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0056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5624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93408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51192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08975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2328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40112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97896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55680" y="0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13464" y="0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5568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73352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31136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88920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46704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04487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62272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0056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77840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35624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93408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51192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08975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24544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82328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40112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97896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55680" y="6601968"/>
            <a:ext cx="557784" cy="256032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713464" y="6601968"/>
            <a:ext cx="557784" cy="2560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失败、限制与下一问题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1645920"/>
            <a:ext cx="3474720" cy="4389120"/>
          </a:xfrm>
          <a:prstGeom prst="rect">
            <a:avLst/>
          </a:prstGeom>
          <a:solidFill>
            <a:srgbClr val="FB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" y="1645920"/>
            <a:ext cx="3474720" cy="457200"/>
          </a:xfrm>
          <a:prstGeom prst="rect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一个真实失败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246888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漏检裂缝 43 张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低对比度小裂缝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漏检存在安全风险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1645920"/>
            <a:ext cx="3474720" cy="4389120"/>
          </a:xfrm>
          <a:prstGeom prst="rect">
            <a:avLst/>
          </a:prstGeom>
          <a:solidFill>
            <a:srgbClr val="E4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0" y="1645920"/>
            <a:ext cx="3474720" cy="457200"/>
          </a:xfrm>
          <a:prstGeom prst="rect">
            <a:avLst/>
          </a:prstGeom>
          <a:solidFill>
            <a:srgbClr val="4A4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证据不支持什么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246888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不替代现场检查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不构成结构安全结论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指标只代表固定子集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1645920"/>
            <a:ext cx="3474720" cy="4389120"/>
          </a:xfrm>
          <a:prstGeom prst="rect">
            <a:avLst/>
          </a:prstGeom>
          <a:solidFill>
            <a:srgbClr val="F2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21040" y="1645920"/>
            <a:ext cx="3474720" cy="457200"/>
          </a:xfrm>
          <a:prstGeom prst="rect">
            <a:avLst/>
          </a:prstGeom>
          <a:solidFill>
            <a:srgbClr val="4A4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下一项最小检查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246888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统计漏检图像特征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裂缝面积/对比度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F3236"/>
                </a:solidFill>
                <a:latin typeface="Microsoft YaHei"/>
              </a:rPr>
              <a:t>提高裂缝召回率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D9D6CF"/>
                </a:solidFill>
                <a:latin typeface="Microsoft YaHei"/>
              </a:rPr>
              <a:t>筛查结果必须人工复核；不替代工程师现场判断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